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封面。本册只回答三个问题，方法只写计算类方法：分子动力学、增强采样与自由能、量化计算、以及直接相关的组学统计与机器学习。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要点：你的主线是：深度学习预测肠道微生物 AMP → AD/健康差异 → 病理关联分层。；“与 Aβ 结合”只是一个分子读数，不等于导致 AD。；主对象是 AD 相关差异微生物源 AMP；抑制剂只是保护性亚类。；没有实际候选 FASTA/丰度表时，不能编造某条肽已经导致 AD。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　四个概念不要混在一起：逐项参数见表格；讲解时先读表头，再按行说明取值与理由。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要点：结合只说明两个肽在某种条件下能形成相互作用界面。；还要看候选肽在哪里、有没有表达、有没有达到有效浓度。；要判断它让 Aβ 走向无毒复合物、有毒寡聚体还是其他路径。；对于你的课题，首先应做肠道生态和炎症路径；Aβ/BBB 是条件性追加。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这项论文究竟研究什么。把预测、差异、机制和因果分成四层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要点：发现层：哪些微生物编码的 AMP 在 AD 与健康组不同？；排序层：哪些差异最稳健、最有表达和来源菌支持？；机制层：这些肽可能通过菌群、屏障、炎症、Aβ/Tau 哪条路径关联 AD？；验证层：加入、去除、阻断后是否改变表型？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2　主线中每一层的输入、输出和结论边界：逐项参数见表格；讲解时先读表头，再按行说明取值与理由。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要点：你的预测对象：肠道微生物编码的短肽。；LL-37、HNP-1、HD-6：宿主来源 AMP，可作为病理模板。；Aβ：宿主 APP 加工产生的淀粉样肽，是病理对象和比较对象。；不能把宿主 LL-37 的直接病理证据直接转移给未知微生物 AMP。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到底找病理相关肽还是抑制剂。主目标是差异 AMP；保护/抑制是其中一个功能亚类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3　筛选后候选肽的四类归档：逐项参数见表格；讲解时先读表头，再按行说明取值与理由。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4　证据等级：从预测到机制，不越级：逐项参数见表格；讲解时先读表头，再按行说明取值与理由。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公式与解释：Priority = D + G + H + X +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三条病理关联路径。主路径是肠道生态，不是默认直接入脑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5　主路径每一步需要什么证据：逐项参数见表格；讲解时先读表头，再按行说明取值与理由。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要点：AMP 改变细菌竞争和空间分布，不一定改变细菌总量。；菌群变化影响 LPS、SCFA、胆汁酸和肠屏障。；外周炎症和屏障改变影响 BBB、小胶质和 Aβ 清除。；因此微生物 AMP 可以通过远端生态效应与 AD 病理关联。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要点：次路径：候选肽或来源菌诱导宿主 AMP、TLR/NOD2、IL-22 和炎症。；低优先级：候选肽完整进入血液并穿过 BBB。；低优先级：候选肽直接结合 Aβ 并改变聚集。；后两条需要表达、稳定性、浓度和区室证据才能升级。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Aβ 结合到底说明什么。结合是起点，不是病因结论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6　Aβ 计算读数与病理含义的对应关系：逐项参数见表格；讲解时先读表头，再按行说明取值与理由。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第一问：是否存在稳定且可重复的界面？；第二问：改变的是单体、寡聚体还是成熟纤维？；第三问：是否减少有毒寡聚体，还是把它稳定在毒性状态？；第四问：是否有膜损伤、微胶质炎症或细胞毒性读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7　如何区分“保护性抑制剂”和“病理风险样肽”：逐项参数见表格；讲解时先读表头，再按行说明取值与理由。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与论文题目衔接的计算流程。476 样本 → 短肽库 → 深度学习 → 差异 → 机制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8　短肽库构建的可复现门槛：逐项参数见表格；讲解时先读表头，再按行说明取值与理由。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要点：Attention、LSTM、BERT 共识可降低 AMP 预测假阳性。；Ma 等工作说明肠道宏基因组可以发现新 AMP。；但其验证的是抗菌活性，不是 AD 病理。；你的下一层必须是 AD/健康差异分析和机制分层。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9　模型输出到论文结论的正确翻译：逐项参数见表格；讲解时先读表头，再按行说明取值与理由。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10　推荐的差异候选肽判定规则：逐项参数见表格；讲解时先读表头，再按行说明取值与理由。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要点：来源网络：AMP—ORF—MAG—菌属。；生态网络：AMP—菌群—LPS/SCFA/胆汁酸。；免疫网络：AMP—TLR/NOD/FPR2—NF-kB—细胞因子。；脑病理网络：AMP—BBB—微胶质—Aβ/Tau。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11　四张网络分别回答什么：逐项参数见表格；讲解时先读表头，再按行说明取值与理由。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MD 应该服务于哪个问题。先做菌膜/LPS，再做受体，最后条件性做 Aβ/BBB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12　候选微生物 AMP 的 MD 主方案：逐项参数见表格；讲解时先读表头，再按行说明取值与理由。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要点：AMP 的经典功能对象是细菌膜；这比直接假设入脑更接近来源。；LPS、膜选择性和生态竞争可以连接到肠屏障和外周炎症。；同一候选肽可比较 AD 相关菌膜和健康相关菌膜，形成可检验预测。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13　受体/炎症模拟的正确输出：逐项参数见表格；讲解时先读表头，再按行说明取值与理由。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14　Aβ/BBB 追加分析的进入条件：逐项参数见表格；讲解时先读表头，再按行说明取值与理由。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15　与论文问题对应的计算结果表：逐项参数见表格；讲解时先读表头，再按行说明取值与理由。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真实候选肽怎么填和怎么说。当前没有真实候选表，不能编造 AMP-C01 的结果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16　候选肽机制卡片（当前没有真实结果，AMP-C01 等仅为占位符）：逐项参数见表格；讲解时先读表头，再按行说明取值与理由。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要点：仓库中没有实际候选 FASTA、样本×肽丰度矩阵或 FDR 表。；AMP-C01、AMP-C02 仅用于演示表格，不代表真实发现。；真实结果到位后，按 E0-E4 和五维优先级规则填写。；在验证前使用 AD-associated candidate，而不是 causative peptide。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 答辩时如何解释。30 秒讲清楚，老师就不会误解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要点：我先找的是 AD 与健康人群中有差异的微生物源抗菌肽。；然后根据来源菌、表达、生态网络、炎症/屏障和分子模拟分层。；风险样候选可能促进病理，保护样候选可能具有抑制潜力，未知候选不强行解释。；Aβ 结合只是一个候选机制读数，不能单独证明导致 AD。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17　答辩问答卡：逐项参数见表格；讲解时先读表头，再按行说明取值与理由。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 18　从计算关联走向因果需要补什么：逐项参数见表格；讲解时先读表头，再按行说明取值与理由。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结束页：三问对应三套计算主线，全部参数与判据见正文表格与参考文献。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508760"/>
            <a:ext cx="201168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微软雅黑"/>
              </a:rPr>
              <a:t>深度学习筛选的肠道抗菌肽与 AD 病理关联机制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E2EC"/>
                </a:solidFill>
                <a:latin typeface="微软雅黑"/>
              </a:rPr>
              <a:t>差异肽解释版：从 AD/健康差异，到风险样与保护样候选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D98A"/>
                </a:solidFill>
                <a:latin typeface="微软雅黑"/>
              </a:rPr>
              <a:t>核心纠偏：先筛选 AD 相关差异微生物源 AMP，再分层解释病理关联；Aβ 结合不是致病结论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生成时间：2026-09-26 10:25 北京时间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对应课题：基于深度学习的 AD 患者与健康人群肠道微生物组 AMP 差异性研究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主对象：AD 相关差异微生物源 AMP；保护/抑制肽仅作为功能亚类；预测、差异、机制和因果分层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B9C6D6"/>
                </a:solidFill>
                <a:latin typeface="微软雅黑"/>
              </a:rPr>
              <a:t>重要说明：当前仓库没有实际候选 FASTA、丰度矩阵或 FDR 表，AMP-C01 等均为占位符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先记住一句话：差异肽不是致病肽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本报告先把概念讲清楚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你的主线是：深度学习预测肠道微生物 AMP → AD/健康差异 → 病理关联分层。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“与 Aβ 结合”只是一个分子读数，不等于导致 AD。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主对象是 AD 相关差异微生物源 AMP；抑制剂只是保护性亚类。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没有实际候选 FASTA/丰度表时，不能编造某条肽已经导致 AD。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　四个概念不要混在一起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先判断结论能走到哪一级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概念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它回答什么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在你的论文中怎么写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能不能直接称为导致 AD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预测 AMP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序列是否具有 AMP 特征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深度学习模型输出的候选集合；仍可能是假阳性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不能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AD 差异 AMP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AD 与健康组的丰度或检出率是否不同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论文的主要发现对象；需校正年龄、性别、药物、批次等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不能，只能称 AD 相关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病理机制候选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差异肽是否有证据连接到菌群、炎症、屏障、Aβ 或 Tau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差异证据加功能和机制证据的优先级排序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仍不能，属于机制支持的候选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因果肽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干预该肽是否改变 AD 表型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需要纵向、细胞、动物或干预实验支持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只有达到干预证据才可谨慎讨论因果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抑制剂肽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是否能抑制 Aβ 聚集或炎症靶点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治疗/保护性功能标签，不是本论文的首要筛选条件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通常不是导致 AD，可能是保护方向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上一版需要纠正的地方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为什么 Aβ 结合不能作为主结论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结合只说明两个肽在某种条件下能形成相互作用界面。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还要看候选肽在哪里、有没有表达、有没有达到有效浓度。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要判断它让 Aβ 走向无毒复合物、有毒寡聚体还是其他路径。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对于你的课题，首先应做肠道生态和炎症路径；Aβ/BBB 是条件性追加。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这项论文究竟研究什么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把预测、差异、机制和因果分成四层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你的论文与机制问题的正确关系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机制是差异分析之后的解释层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发现层：哪些微生物编码的 AMP 在 AD 与健康组不同？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排序层：哪些差异最稳健、最有表达和来源菌支持？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机制层：这些肽可能通过菌群、屏障、炎症、Aβ/Tau 哪条路径关联 AD？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验证层：加入、去除、阻断后是否改变表型？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2　主线中每一层的输入、输出和结论边界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这是答辩时最重要的一张表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层级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输入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正确结论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样本层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健康、MCI、AD 或 AD 分期的宏基因组与协变量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每个样本的短肽和微生物丰度矩阵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建立可比较的数据基础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预测层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ORF 翻译出的 12-50 aa 短肽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预测概率、模型一致性、序列簇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这些序列具有 AMP 候选特征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丰度/检出率加协变量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AD 富集、健康富集、随病程变化的肽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候选肽与 AD 状态相关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机制层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候选肽、来源菌、通路和结构信息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菌群-屏障-炎症-Aβ/Tau 的关联网络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提出可检验机制假设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验证层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表达、蛋白、肽浓度、细胞/动物干预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机制方向和因果强度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才有资格讨论因果或治疗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微生物 AMP、宿主 AMP、Aβ 不是一回事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名称相同不代表来源相同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你的预测对象：肠道微生物编码的短肽。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LL-37、HNP-1、HD-6：宿主来源 AMP，可作为病理模板。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Aβ：宿主 APP 加工产生的淀粉样肽，是病理对象和比较对象。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不能把宿主 LL-37 的直接病理证据直接转移给未知微生物 AMP。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到底找病理相关肽还是抑制剂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主目标是差异 AMP；保护/抑制是其中一个功能亚类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3　筛选后候选肽的四类归档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用风险样、保护样、未知三种方向解释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判定逻辑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可能方向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论文用语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AD 富集、促炎/屏障损伤样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AD 中丰度或检出率增加，且与促炎菌、LPS、炎症或屏障损伤指标同向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风险样/可能促进病理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AD-associated pro-pathology candidate；不是已证实病因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AD 富集、直接病理作用待定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AD 中增加，但只有结构或网络线索，没有方向性功能证据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未知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AD-associated candidate，待验证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健康富集、屏障/抗炎/清除样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健康组较高，和有益菌、SCFA、屏障或 Aβ 清除方向一致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保护样/潜在抑制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potential protective candidate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差异但仅有 AMP 预测证据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预测阳性但未有表达、丰度或机制支持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未知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prediction-only candidate，暂不进入病理结论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4　证据等级：从预测到机制，不越级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E0 到 E4 不是同一个结论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等级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需要的证据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可以写什么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不可以写什么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E0 预测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至少一个深度学习模型阳性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序列被预测为 AMP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该肽与 AD 有关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E1 差异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模型共识、检出率/丰度差异、FDR 与协变量校正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AD 相关差异 AMP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该肽导致 AD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E2 暴露/功能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表达或肽组学支持，来源菌和功能通路一致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具有可实现的生物学路径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一定能进入脑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E3 机制支持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中介/网络、结构模拟、受体或膜机制多层一致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机制优先级较高的候选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已证明因果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E4 干预因果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加入/去除/阻断该肽改变 AD 相关表型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可讨论因果作用或治疗潜力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仅凭 MD 得到临床结论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候选肽优先级评分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分数用于排序，不是因果概率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00200"/>
            <a:ext cx="99669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305A"/>
                </a:solidFill>
                <a:latin typeface="Cambria"/>
              </a:rPr>
              <a:t>Priority = D + G + H + X +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D：差异稳健性；G：菌群生态连接；H：炎症/屏障连接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X：表达、稳定性和跨区室可行性；M：分子机制方向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0305A"/>
                </a:solidFill>
                <a:latin typeface="微软雅黑"/>
              </a:rPr>
              <a:t>● 每项 0-2 分；真实数据出来前只写规则，不填写虚假分数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三条病理关联路径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主路径是肠道生态，不是默认直接入脑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5　主路径每一步需要什么证据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从 AMP 改变到 AD 表型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步骤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生物学含义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数据/计算证据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常见误读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1 AMP 改变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AD 与健康组的候选肽组成或丰度不同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CLR/ANCOM-BC/Maaslin2、检出率、分期趋势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把预测概率当丰度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2 菌群选择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对来源菌或竞争菌产生选择压力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AMP-菌属关联、共现网络、生态模型、膜/LPS MD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看到相关就说直接杀菌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3 代谢/屏障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LPS、SCFA、胆汁酸或紧密连接改变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功能通路、代谢物数据、介导模型、公开证据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只凭菌属名称推断代谢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4 BBB/脑免疫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外周信号影响 BBB、小胶质和 Aβ 清除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BBB/炎症指标、文献、转运和信号模型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没有血液/脑数据却说入脑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5 AD 表型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Aβ、Tau、突触和认知相关病理改变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临床或动物表型、干预实验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仅凭序列直接下病因结论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主路径：AMP 选择菌群，菌群改变肠脑轴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最贴合你的论文题目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AMP 改变细菌竞争和空间分布，不一定改变细菌总量。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菌群变化影响 LPS、SCFA、胆汁酸和肠屏障。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外周炎症和屏障改变影响 BBB、小胶质和 Aβ 清除。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因此微生物 AMP 可以通过远端生态效应与 AD 病理关联。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15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次路径与低优先级路径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不要把所有候选都解释成入脑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次路径：候选肽或来源菌诱导宿主 AMP、TLR/NOD2、IL-22 和炎症。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低优先级：候选肽完整进入血液并穿过 BBB。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低优先级：候选肽直接结合 Aβ 并改变聚集。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— 后两条需要表达、稳定性、浓度和区室证据才能升级。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16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Aβ 结合到底说明什么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结合是起点，不是病因结论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6　Aβ 计算读数与病理含义的对应关系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同样是结合，方向可能相反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读数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它能支持什么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还缺什么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结论标签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接触频率/结合构象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候选肽和 Aβ 具有结构相容界面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浓度、区室和体内暴露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分子相互作用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MM-PBSA/PMF 更有利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某一构象下结合热力学更有利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熵、力场、寡聚态和实验验证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计算亲和趋势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β-sheet 或纤维量减少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可能抑制某条聚集路径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寡聚体毒性和替代路径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潜在保护或路径重定向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有毒寡聚体比例上升/驻留变长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可能把聚集停留在毒性中间态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细胞毒性和体内暴露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风险样机制线索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膜泄漏、ROS、微胶质炎症上升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更接近神经毒性路径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细胞和动物干预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病理方向证据增强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阻断肽/敲除候选后表型逆转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因果性最强的一类支持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独立队列与剂量关系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可讨论因果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18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Aβ 结合的正确解释顺序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从分子相互作用走到病理方向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第一问：是否存在稳定且可重复的界面？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第二问：改变的是单体、寡聚体还是成熟纤维？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第三问：是否减少有毒寡聚体，还是把它稳定在毒性状态？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第四问：是否有膜损伤、微胶质炎症或细胞毒性读数？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第五问：候选肽在体内是否有足够暴露？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19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7　如何区分“保护性抑制剂”和“病理风险样肽”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这张表才是机制方向判断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层面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保护性/抑制样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病理风险样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计算或实验读数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Aβ 聚集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减少有毒寡聚体，形成无毒 off-pathway 或促进清除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稳定有毒寡聚体、促进膜活性聚集或增加成核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寡聚态分布、β-sheet、PMF、ThT/毒性验证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炎症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降低 TLR4/FPR2/NLRP3/NF-kB 和 IL-6/TNF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促进受体聚集、ROS、IL-1β/IL-6/TNF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受体界面、信号 ODE、细胞因子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肠道菌群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抑制高风险菌而保留有益菌，恢复屏障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广谱破坏共生菌，增加 LPS 或肠漏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膜选择性、生态模型、SCFA/LPS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BBB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促进 Aβ 外排或降低屏障炎症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破坏紧密连接或增加有害通量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PMF、Papp、claudin/occludin、转运模型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20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与论文题目衔接的计算流程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476 样本 → 短肽库 → 深度学习 → 差异 → 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8　短肽库构建的可复现门槛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来源可追溯，候选才有机制意义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步骤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推荐设置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保留的审计字段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为什么与机制相关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质控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Q20 或 Q30 门槛、长度下限、接头和 N 过滤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原始/保留 reads、Q30、GC、批次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低质量会产生假 ORF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去宿主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GRCh38 + Bowtie2 very-sensitive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宿主比例、去除后 reads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避免把人源肽错当微生物肽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组装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MEGAHIT 主组装；10% 样本 metaSPAdes 复核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参数、N50、contig、样本映射率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ORF 的完整性决定序列可信度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分箱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MetaBAT2/VAMB；CheckM 完整度 &gt;90%、污染 &lt;5% 作为高质量层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MAG ID、完整度、污染、GTDB-Tk 分类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来源菌决定生态和 LPS 解释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ORF/短肽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Prodigal meta；12-50 aa；去宿主同源、信号肽和跨膜假阳性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ORF 坐标、序列、预测概率、过滤原因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暴露、分泌和稳定性需要来源信息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深度学习预测只负责缩小候选空间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AMP 概率不是 AD 病理概率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Attention、LSTM、BERT 共识可降低 AMP 预测假阳性。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Ma 等工作说明肠道宏基因组可以发现新 AMP。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但其验证的是抗菌活性，不是 AD 病理。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你的下一层必须是 AD/健康差异分析和机制分层。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9　模型输出到论文结论的正确翻译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避免把 AI 概率写成病因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模型/分析输出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正确翻译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错误翻译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AMP-BERT 概率 0.9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序列具有 AMP 模型特征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它会引起 AD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三模型 2/3 或 3/3 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降低单一模型假阳性，进入差异分析候选集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已经证明有生物活性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宏基因组丰度 AD 组升高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该肽的编码潜力/相对丰度与 AD 状态相关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该肽在脑内升高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宏蛋白组或肽组学检出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序列被表达或以肽形式出现的证据增强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该肽一定有病理功能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MD 对接得分较好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存在值得验证的结构构象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体内结合并导致 AD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24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10　推荐的差异候选肽判定规则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先固定规则，再看结果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预先固定的建议规则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解释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组内检出率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主要分析组内 ≥20% 或按预先注册阈值；稀有肽单独标记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避免一个样本造成假差异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效应量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报告 AD/健康 CLR 差值或模型系数，不只报 P 值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效应大小比显著性更可解释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多重校正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FDR &lt; 0.05 为主，FDR 0.05-0.10 为探索层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控制成千上万条肽的假阳性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协变量稳健性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主模型和敏感性模型方向一致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排除药物、年龄、批次混杂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分期趋势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健康→MCI→AD 或病程分数的趋势检验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比单次 AD/健康比较更接近病程关联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独立性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序列簇或 MAG 层面去重，避免同源肽重复计数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防止一个家族产生虚假的多重证据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25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四张网络把肠道和 AD 连接起来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不要只画 Aβ 对接图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来源网络：AMP—ORF—MAG—菌属。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生态网络：AMP—菌群—LPS/SCFA/胆汁酸。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免疫网络：AMP—TLR/NOD/FPR2—NF-kB—细胞因子。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脑病理网络：AMP—BBB—微胶质—Aβ/Tau。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26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11　四张网络分别回答什么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每张网络有自己的最低证据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网络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节点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边的含义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最低证据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来源网络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AMP、ORF、MAG、菌属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谁编码了候选肽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基因坐标、分类和丰度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生态网络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AMP、菌群、LPS、SCFA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共同变化或潜在拮抗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组成性网络 + bootstrap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免疫网络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AMP、TLR/NOD、FPR2、NF-kB、IL-6/TNF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炎症方向连接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文献/受体结构/表达证据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脑病理网络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AMP、Aβ、Tau、BBB、微胶质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可能的下游影响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暴露合理性 + 机制模型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27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MD 应该服务于哪个问题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先做菌膜/LPS，再做受体，最后条件性做 Aβ/BBB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12　候选微生物 AMP 的 MD 主方案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把肠道来源放在第一优先级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体系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判据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表面识别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+ LPS 或脂质双层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全原子 CHARMM36m/CHARMM36，150 mM NaCl，310 K，3-5 条重复各 0.5-1 μs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接触占有率、盐桥、LPS 磷酸相互作用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跨膜/插膜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 + POPE/POPG 或外膜模型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umbrella 30-60 窗，间距 0.1-0.2 nm，WHAM/MBAR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PMF 最小值和穿膜势垒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孔形成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多肽 + 大膜或粗粒化膜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Martini 3 先找路径，再用全原子局部复核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孔半径、脂质缺陷、离子通量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选择性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健康相关菌膜 vs AD 相关菌膜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相同肽浓度、离子和膜面积，盲法分析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差异不能只由膜面积或电荷造成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LPS 竞争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lipid A、Mg2+/Ca2+、AMP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MD + DFT/SAPT 片段分解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静电、离子竞争和水桥贡献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29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为什么第一优先级是菌膜和 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它最贴合微生物源 AMP 的身份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AMP 的经典功能对象是细菌膜；这比直接假设入脑更接近来源。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LPS、膜选择性和生态竞争可以连接到肠屏障和外周炎症。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同一候选肽可比较 AD 相关菌膜和健康相关菌膜，形成可检验预测。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30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13　受体/炎症模拟的正确输出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docking 不是激动实验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输出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可解释为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</a:rPr>
                        <a:t>不可解释为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界面接触和驻留时间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候选肽可能与受体表面相容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激动受体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MM-PBSA 或 PMF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某一构象的相互作用趋势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细胞内信号已经启动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受体构象变化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可能影响配体识别或聚集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一定产生 IL-6/TNF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ODE/网络模型放大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在假设参数下的系统响应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937"/>
                          </a:solidFill>
                          <a:latin typeface="微软雅黑"/>
                        </a:rPr>
                        <a:t>真实人群中的炎症强度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31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14　Aβ/BBB 追加分析的进入条件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满足条件才做，不能默认做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进入条件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必须有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没有时怎么写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区室合理性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粪便/血液/肽组学或分泌证据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只能写远端关联，不能写直接入脑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病程关联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AD 差异和分期趋势稳定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只能写预测候选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结构合理性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候选肽结构、质子化和聚集态可复现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不把一次 docking 作为证据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方向性读数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寡聚体、膜、炎症至少一个病理方向读数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结合结果标为机制未知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独立验证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公开数据、蛋白/肽组学或实验验证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结论降为待验证假说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15　与论文问题对应的计算结果表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按优先级安排算力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结果列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回答的论文问题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优先级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AMP-菌膜结合与插膜 PMF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候选肽是否可能改变来源菌/相关菌生态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AMP-LPS 结合与 Mg2+ 竞争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是否可能影响 LPS 暴露或屏障炎症路径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AMP-受体界面和构象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是否有免疫激活的结构线索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Aβ 单体/寡聚体路径差异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是否偏向保护、未知或风险样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中，仅限高优先候选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BBB 膜 PMF/Papp/转运体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直接入脑是否物理可行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低到中，不能默认做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33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真实候选肽怎么填和怎么说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当前没有真实候选表，不能编造 AMP-C01 的结果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16　候选肽机制卡片（当前没有真实结果，AMP-C01 等仅为占位符）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拿到实际结果后逐行替换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字段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示例填写格式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候选 ID/序列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AMP-C01；序列；长度；净电荷；序列簇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等待实际候选表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来源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样本 ID、contig、ORF、MAG、GTDB-Tk 分类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方法已定义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模型证据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Attention/LSTM/BERT 概率、投票、一致性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等待模型输出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差异证据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 vs 健康效应量、FDR、检出率、分期趋势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等待差异结果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表达证据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宏转录组/宏蛋白组/肽组学支持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若无则明确写无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生态证据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来源菌、LPS/SCFA/网络/中介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按数据可得性填写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结构证据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膜/LPS/受体/Aβ 的 MD 或 QM 结果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按候选优先级追加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方向标签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风险样、保护样、未知；给出理由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不得只由 docking score 决定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最终措辞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AD-associated candidate；不是 causative peptide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F2937"/>
                          </a:solidFill>
                          <a:latin typeface="微软雅黑"/>
                        </a:rPr>
                        <a:t>正文统一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35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当前交付物不伪造结果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方法和判定规则先交付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仓库中没有实际候选 FASTA、样本×肽丰度矩阵或 FDR 表。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AMP-C01、AMP-C02 仅用于演示表格，不代表真实发现。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真实结果到位后，按 E0-E4 和五维优先级规则填写。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在验证前使用 AD-associated candidate，而不是 causative peptide。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36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软雅黑"/>
              </a:rPr>
              <a:t>答辩时如何解释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0EA"/>
                </a:solidFill>
                <a:latin typeface="微软雅黑"/>
              </a:rPr>
              <a:t>30 秒讲清楚，老师就不会误解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30 秒回答模板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可以直接口头使用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我先找的是 AD 与健康人群中有差异的微生物源抗菌肽。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然后根据来源菌、表达、生态网络、炎症/屏障和分子模拟分层。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风险样候选可能促进病理，保护样候选可能具有抑制潜力，未知候选不强行解释。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00" b="1" i="0">
                <a:solidFill>
                  <a:srgbClr val="10305A"/>
                </a:solidFill>
                <a:latin typeface="微软雅黑"/>
              </a:rPr>
              <a:t>● Aβ 结合只是一个候选机制读数，不能单独证明导致 AD。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38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17　答辩问答卡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老师追问时按证据边界回答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老师的问题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推荐回答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你找的到底是什么肽？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首先是 AD 与健康人群中有差异的微生物源抗菌肽；是否病理促进或保护，要靠第二阶段机制证据分类。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Aβ 结合能证明什么？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只能证明一种可能的分子相互作用；还要看它改变的是有毒寡聚体、无毒复合物、炎症还是膜损伤，并确认候选肽是否有体内暴露。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你是不是在找药物？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本论文首先是差异性和病理关联研究，不是从头做 Aβ 抑制剂筛选。保护性/抑制性肽是结果解释中的一个亚类。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能不能说导致 AD？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横断面宏基因组和计算模拟不能直接说导致；本研究使用“AD 相关候选”和“可能参与机制”，因果需要干预验证。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为什么做 MD？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MD 把候选肽与菌膜、LPS、受体或 Aβ 的结构假设变成可量化读数，帮助排序和提出可验证预测，但不替代生物学验证。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39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887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0305A"/>
                </a:solidFill>
                <a:latin typeface="微软雅黑"/>
              </a:rPr>
              <a:t>表 18　从计算关联走向因果需要补什么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60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677"/>
                </a:solidFill>
                <a:latin typeface="微软雅黑"/>
              </a:rPr>
              <a:t>计算结果和因果证据分开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167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目前计算能做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仍然缺少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下一步验证</a:t>
                      </a:r>
                    </a:p>
                  </a:txBody>
                  <a:tcPr marL="45720" marR="45720">
                    <a:solidFill>
                      <a:srgbClr val="10305A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从 DNA 序列预测 AMP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真实表达和加工后的肽浓度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宏转录组、宏蛋白组、靶向肽组学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观察 AD/健康差异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时间先后和病程因果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纵向队列、重复测量、DAG/中介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推测菌群选择作用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活菌生态和宿主环境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共培养、菌群模拟、动物或粪菌移植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预测 LPS/受体/Aβ 结合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细胞信号和毒性方向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受体阻断、微胶质/上皮细胞实验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预测 BBB 通量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人体脑暴露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血液/CSF/脑组织检测和 BBB 模型</a:t>
                      </a:r>
                    </a:p>
                  </a:txBody>
                  <a:tcPr marL="45720" marR="45720" anchor="t">
                    <a:solidFill>
                      <a:srgbClr val="F2F5F9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提出风险或保护标签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干预后表型逆转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微软雅黑"/>
                        </a:rPr>
                        <a:t>加入、去除、敲低或中和候选肽</a:t>
                      </a:r>
                    </a:p>
                  </a:txBody>
                  <a:tcPr marL="45720" marR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446520"/>
            <a:ext cx="11091672" cy="18288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677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73952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677"/>
                </a:solidFill>
                <a:latin typeface="微软雅黑"/>
              </a:rPr>
              <a:t>第 40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201168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三个问题，三条计算主线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主对象：AD 相关差异微生物源 AMP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主路径：AMP—菌群—LPS/SCFA—屏障/炎症—脑病理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保护性抑制肽：结果解释中的一个亚类，不是预设主目标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DCE4EE"/>
                </a:solidFill>
                <a:latin typeface="微软雅黑"/>
              </a:rPr>
              <a:t>Aβ/BBB/MD：对高优先级候选的条件性机制验证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8BA"/>
                </a:solidFill>
                <a:latin typeface="微软雅黑"/>
              </a:rPr>
              <a:t>候选 AMP 与 AD 病理关联解释版｜2026-09-26 10:25 北京时间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