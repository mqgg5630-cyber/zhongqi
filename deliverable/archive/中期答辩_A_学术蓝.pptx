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767328" y="1975104"/>
            <a:ext cx="4657039" cy="330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研究生论文中期检查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49424"/>
            <a:ext cx="11057839" cy="1554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基于深度学习的阿尔茨海默症患者与健康人群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肠道微生物组中抗菌肽的差异性研究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24528"/>
            <a:ext cx="11057839" cy="17373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/>
          <a:p>
            <a:pPr algn="ctr">
              <a:lnSpc>
                <a:spcPct val="118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汇报人：文绍华　　学号：2024110316</a:t>
            </a:r>
          </a:p>
          <a:p>
            <a:pPr algn="ctr">
              <a:lnSpc>
                <a:spcPct val="118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指导教师：申亮　　培养单位：生命科学学院</a:t>
            </a:r>
          </a:p>
          <a:p>
            <a:pPr algn="ctr">
              <a:lnSpc>
                <a:spcPct val="118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学科专业：生物学（生物化学与分子生物学）</a:t>
            </a:r>
          </a:p>
          <a:p>
            <a:pPr algn="ctr">
              <a:lnSpc>
                <a:spcPct val="118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汇报日期：2026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35608"/>
            <a:ext cx="11057839" cy="3931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01　</a:t>
            </a:r>
            <a:r>
              <a:rPr sz="20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研究思路：从肠道微生物组到候选抗菌肽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sz="200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02　</a:t>
            </a:r>
            <a:r>
              <a:rPr sz="20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已完成：数据资源、短肽库与三模型共识预测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sz="200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03　</a:t>
            </a:r>
            <a:r>
              <a:rPr sz="20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已完成：分阶段差异分析与宏蛋白组二次去重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sz="200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04　</a:t>
            </a:r>
            <a:r>
              <a:rPr sz="20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下一步：与 AD 发病机制的关联分析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sz="200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05　</a:t>
            </a:r>
            <a:r>
              <a:rPr sz="20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下一步：候选抗菌肽抑菌实验验证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sz="200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06　</a:t>
            </a:r>
            <a:r>
              <a:rPr sz="20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工作进度与后续安排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本次汇报重点说明研究思路与各项工作的完成程度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研究思路：八步走的整体框架与完成进度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研究思路</a:t>
            </a:r>
          </a:p>
        </p:txBody>
      </p:sp>
      <p:pic>
        <p:nvPicPr>
          <p:cNvPr id="4" name="Picture 3" descr="figA_研究思路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11057839" cy="41495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主线：数据资源 → 短肽库 → 三模型共识预测 → 分阶段差异 → 去重筛选特有肽 → 机制关联与验证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科学问题：AD 患者与健康人群的抗菌肽是否存在差异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研究背景与科学问题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1057839" cy="2926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背景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AD 的发生发展与肠—脑轴介导的慢性神经炎症密切相关，AD 患者与健康人群的肠道微生物组在组成与功能上均存在差异。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</a:pPr>
            <a:r>
              <a:rPr sz="1700" b="1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切入点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微生物基因组中的小开放阅读框可编码短肽，其中包含具有抗菌与免疫调节功能的抗菌肽，可能是连接微生物刺激与神经炎症的潜在效应分子。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</a:pPr>
            <a:r>
              <a:rPr sz="1700" b="1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空白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已有抗菌肽研究多基于通用训练集与宿主来源序列，尚缺少面向 AD 人群、并按认知功能阶段分层比较的微生物源抗菌肽研究。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572000"/>
            <a:ext cx="11057839" cy="1060704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 w="15875">
            <a:solidFill>
              <a:srgbClr val="E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08A2E"/>
                </a:solidFill>
                <a:latin typeface="Arial"/>
                <a:ea typeface="微软雅黑"/>
                <a:cs typeface="Arial"/>
              </a:rPr>
              <a:t>科学问题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AD 患者与健康人群肠道微生物组所编码的抗菌肽是否存在差异？能否筛选出各阶段特有的抗菌肽，并与 AD 的发病机制建立联系？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已完成：数据资源与微生物源短肽库构建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已完成工作 · 第一步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18488"/>
            <a:ext cx="6446520" cy="4050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▪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完成全队列宏基因组数据的统一处理与质量评估，获得高质量的微生物基因组参考集</a:t>
            </a:r>
          </a:p>
          <a:p>
            <a:pPr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sz="170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▪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基于参考集完成小开放阅读框预测，构建覆盖全队列、非冗余的微生物源短肽库</a:t>
            </a:r>
          </a:p>
          <a:p>
            <a:pPr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sz="170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▪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短肽库保留完整溯源信息，每条短肽均可回溯到对应基因组与临床样本</a:t>
            </a:r>
          </a:p>
          <a:p>
            <a:pPr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sz="170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▪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参考集按物种多样性原则构建，减少因组装质量差异带来的样本偏倚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87768" y="1618488"/>
            <a:ext cx="4334256" cy="884681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队列　</a:t>
            </a:r>
            <a:r>
              <a:rPr sz="18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例完整宏基因组样本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87768" y="2649473"/>
            <a:ext cx="4334256" cy="884681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基因组　</a:t>
            </a:r>
            <a:r>
              <a:rPr sz="18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参考集（含高质量基因组）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7768" y="3680458"/>
            <a:ext cx="4334256" cy="884681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短肽库　</a:t>
            </a:r>
            <a:r>
              <a:rPr sz="18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非冗余微生物源短肽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768" y="4711443"/>
            <a:ext cx="4334256" cy="884681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可溯源　</a:t>
            </a:r>
            <a:r>
              <a:rPr sz="18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每条短肽可回溯至样本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第一步与第二步均已完成：数据资源与短肽库已就绪，为后续预测与差异分析提供统一输入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5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已完成：三模型共识预测候选抗菌肽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已完成工作 · 第三步</a:t>
            </a:r>
          </a:p>
        </p:txBody>
      </p:sp>
      <p:pic>
        <p:nvPicPr>
          <p:cNvPr id="4" name="Picture 3" descr="figB_三模型预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226" y="1435608"/>
            <a:ext cx="879724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09160"/>
            <a:ext cx="11057839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采用 Attention、LSTM、BERT 三个模型对短肽库进行独立预测，三者一致判为阳性的序列才纳入候选抗菌肽集合；该步骤已在本阶段完成，得到候选抗菌肽名单。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三模型协同提高候选集合可信度；该步骤已完成，候选抗菌肽名单已产出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已完成：分阶段抗菌肽差异分析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已完成工作 · 第四步</a:t>
            </a:r>
          </a:p>
        </p:txBody>
      </p:sp>
      <p:pic>
        <p:nvPicPr>
          <p:cNvPr id="4" name="Picture 3" descr="figC_分阶段差异分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51" y="1435608"/>
            <a:ext cx="830299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09160"/>
            <a:ext cx="11057839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按认知阶段对队列分组，比较各阶段与健康人群之间候选抗菌肽的丰度与组成差异，筛选出随病程变化明显的候选抗菌肽。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先得到随病程变化的候选抗菌肽，再用表达证据过滤，为特有肽筛选做准备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已完成：宏蛋白组二次去重，筛选特有抗菌肽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已完成工作 · 第五步</a:t>
            </a:r>
          </a:p>
        </p:txBody>
      </p:sp>
      <p:pic>
        <p:nvPicPr>
          <p:cNvPr id="4" name="Picture 3" descr="figD_宏蛋白组去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592" y="1435608"/>
            <a:ext cx="947851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09160"/>
            <a:ext cx="11057839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在第一层序列去冗余之后，引入宏蛋白组表达证据进行二次去重，只保留真实存在且被检出的抗菌肽，并据此区分健康人群特有与各疾病阶段特有的抗菌肽。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二次去重解决两类问题：序列冗余，以及“有预测、无表达”的假阳性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下一步：与 AD 发病机制的关联分析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下一步计划 · 第六步</a:t>
            </a:r>
          </a:p>
        </p:txBody>
      </p:sp>
      <p:pic>
        <p:nvPicPr>
          <p:cNvPr id="4" name="Picture 3" descr="figE_机制关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324" y="1435608"/>
            <a:ext cx="8967046" cy="31089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36592"/>
            <a:ext cx="11057839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参照乙酰胆碱酯酶—β-淀粉样肽复合物分子模拟研究的思路，从三个方向考察特有抗菌肽与 AD 发病机制的关联：与 Aβ 的相互作用、与 AChE 外周阴离子位点的结合、以及免疫与炎症调节通路。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关联分析的落点：从“差异肽”推进到“可能与 AD 病理相关的候选肽”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下一步：候选抗菌肽抑菌实验验证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下一步计划 · 第七步</a:t>
            </a:r>
          </a:p>
        </p:txBody>
      </p:sp>
      <p:pic>
        <p:nvPicPr>
          <p:cNvPr id="4" name="Picture 3" descr="figF_抑菌实验方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87" y="1463040"/>
            <a:ext cx="949452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54880"/>
            <a:ext cx="11057839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选取有代表性的候选抗菌肽进行人工合成，以大肠杆菌与金黄色葡萄球菌作为指示菌，先以纸片扩散法观察抑菌圈进行初筛，再以微量肉汤稀释法测定最低抑菌浓度，并设置阳性与阴性对照，以获得抑菌活性的直接证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以通用、可及的微生物学方法，完成候选抗菌肽抑菌活性的直接验证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工作进度：主要分析已完成，进入验证与撰写阶段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工作进度</a:t>
            </a:r>
          </a:p>
        </p:txBody>
      </p:sp>
      <p:pic>
        <p:nvPicPr>
          <p:cNvPr id="4" name="Picture 3" descr="figG_进度甘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007" y="1435608"/>
            <a:ext cx="877968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09160"/>
            <a:ext cx="11057839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数据资源、短肽库、三模型共识预测、分阶段差异分析与宏蛋白组去重均已完成；当前处于机制关联与抑菌实验验证阶段，论文撰写同步推进。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前五项已完成，机制关联分析与抑菌实验验证正在推进，整体进度与开题计划一致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后续安排：四项收尾工作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57839" cy="3840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08A2E"/>
                </a:solidFill>
                <a:latin typeface="Arial"/>
                <a:ea typeface="微软雅黑"/>
                <a:cs typeface="Arial"/>
              </a:rPr>
              <a:t>1. 机制关联分析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完成特有抗菌肽与 Aβ 聚集、AChE 结合及炎症通路的关联分析，形成候选肽清单。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sz="1700" b="1">
                <a:solidFill>
                  <a:srgbClr val="E08A2E"/>
                </a:solidFill>
                <a:latin typeface="Arial"/>
                <a:ea typeface="微软雅黑"/>
                <a:cs typeface="Arial"/>
              </a:rPr>
              <a:t>2. 抑菌实验验证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完成候选抗菌肽的合成与抑菌实验，获得抑菌活性初筛结果。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sz="1700" b="1">
                <a:solidFill>
                  <a:srgbClr val="E08A2E"/>
                </a:solidFill>
                <a:latin typeface="Arial"/>
                <a:ea typeface="微软雅黑"/>
                <a:cs typeface="Arial"/>
              </a:rPr>
              <a:t>3. 结果整理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整理候选抗菌肽、特有肽与验证结果，形成完整的图表与结论。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sz="1700" b="1">
                <a:solidFill>
                  <a:srgbClr val="E08A2E"/>
                </a:solidFill>
                <a:latin typeface="Arial"/>
                <a:ea typeface="微软雅黑"/>
                <a:cs typeface="Arial"/>
              </a:rPr>
              <a:t>4. 论文撰写　</a:t>
            </a:r>
            <a:r>
              <a:rPr sz="170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完成学位论文撰写与投稿论文准备，按计划申请预答辩。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收尾工作集中在分析结论与实验验证，不再涉及大规模数据生产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与开题计划的对应关系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工作对照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27048"/>
            <a:ext cx="11057839" cy="3931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数据准备　</a:t>
            </a: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开题计划使用公开宏基因组数据 → 已完成全队列数据处理与参考集构建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</a:pPr>
            <a:r>
              <a:rPr sz="165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候选肽挖掘　</a:t>
            </a: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开题计划提取 sORF 并预测抗菌肽 → 已完成短肽库构建与三模型共识预测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</a:pPr>
            <a:r>
              <a:rPr sz="165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差异分析　</a:t>
            </a: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开题计划按病程阶段比较 → 已完成分阶段差异分析，并新增宏蛋白组二次去重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</a:pPr>
            <a:r>
              <a:rPr sz="165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模型方案　</a:t>
            </a: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开题拟构建 DeepMetaAMP → 实际采用 Attention / LSTM / BERT 三个已发表模型协同预测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</a:pPr>
            <a:r>
              <a:rPr sz="1650" b="1">
                <a:solidFill>
                  <a:srgbClr val="2F9E8F"/>
                </a:solidFill>
                <a:latin typeface="Arial"/>
                <a:ea typeface="微软雅黑"/>
                <a:cs typeface="Arial"/>
              </a:rPr>
              <a:t>机制与验证　</a:t>
            </a: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开题拟做功能与可视化分析 → 下一步进行机制关联分析与抑菌实验验证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研究方向未变，仅在预测模型与去重环节做了更务实的调整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存在问题与应对措施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问题与对策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27048"/>
            <a:ext cx="11057839" cy="1170432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 w="15875">
            <a:solidFill>
              <a:srgbClr val="E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问题 1　预测结果存在假阳性风险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应对：以三模型共识判定提高候选集合可信度，再用宏蛋白组表达证据二次去重，最后以抑菌实验验证活性。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825496"/>
            <a:ext cx="11057839" cy="1170432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 w="15875">
            <a:solidFill>
              <a:srgbClr val="E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问题 2　部分样本缺少可用的参考基因组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应对：在丰度分析阶段改用全量基因组回贴，恢复样本覆盖，避免参考集筛选造成样本缺失。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123944"/>
            <a:ext cx="11057839" cy="1170432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 w="15875">
            <a:solidFill>
              <a:srgbClr val="E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问题 3　机制关联的证据强度有限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应对：以对接与分子模拟、文献比对为主，明确研究定位为“线索发现”，不夸大因果结论。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三个问题都有具体对策，不影响整体进度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14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7839" cy="6583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预期成果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成果形式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18488"/>
            <a:ext cx="11057839" cy="4050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▪　</a:t>
            </a:r>
            <a:r>
              <a:rPr sz="17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一套完整的肠道微生物源抗菌肽挖掘分析流程，可复用于其他队列与疾病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sz="175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▪　</a:t>
            </a:r>
            <a:r>
              <a:rPr sz="17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健康人群与 AD 各阶段特有的候选抗菌肽清单，作为后续研究的线索集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sz="175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▪　</a:t>
            </a:r>
            <a:r>
              <a:rPr sz="17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候选抗菌肽与 AD 发病机制关联的分析结果（Aβ 聚集、AChE 结合、炎症通路）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sz="175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▪　</a:t>
            </a:r>
            <a:r>
              <a:rPr sz="17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候选抗菌肽抑菌活性的初步实验证据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sz="175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▪　</a:t>
            </a:r>
            <a:r>
              <a:rPr sz="1750" b="0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以第一作者撰写并投稿 SCI 收录论文 1 篇，完成学位论文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ECF7F4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成果既包括数据与清单，也包括机制线索与实验证据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2935" y="6437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研究生论文中期检查 · 基于深度学习的 AD 肠道微生物组抗菌肽差异研究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0"/>
            <a:ext cx="11057839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12324F"/>
                </a:solidFill>
                <a:latin typeface="Arial"/>
                <a:ea typeface="微软雅黑"/>
                <a:cs typeface="Arial"/>
              </a:rPr>
              <a:t>恳请各位老师批评指正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F6FB0"/>
                </a:solidFill>
                <a:latin typeface="Arial"/>
                <a:ea typeface="微软雅黑"/>
                <a:cs typeface="Arial"/>
              </a:rP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206240"/>
            <a:ext cx="11057839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C8C"/>
                </a:solidFill>
                <a:latin typeface="Arial"/>
                <a:ea typeface="微软雅黑"/>
                <a:cs typeface="Arial"/>
              </a:rPr>
              <a:t>汇报人：文绍华　指导教师：申亮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