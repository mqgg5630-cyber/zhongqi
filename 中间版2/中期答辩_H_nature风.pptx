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整体研究分四个层次：数据与序列层、预测层、统计与表达层、功能层，共八项工作。本次中期完成的是数据与预测这一半；另一半的实施方案已经确定，按计划在中期之后推进。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这页说明整体流程：从测序数据到候选抗菌肽清单，共十二步。工具链是 fastp 与 KneadData 质控去宿主、MEGAHIT 组装、MetaBAT2 / MaxBin2 / CONCOCT 联合分箱、metaWRAP 提纯、dRep 去冗余、EMBOSS getorf 预测 sORF、三模型一致阳性判定、CoverM 定量与 Kruskal-Wallis / Mann-Whitney U 检验。目前前四步已完成，其余内容安排在下一阶段推进。</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下一阶段先做分阶段差异分析，再引入宏蛋白组表达证据做二次去重，剔除没有表达支持的序列，筛选出健康人群特有与各疾病阶段特有的抗菌肽清单。两项工作的方案已经确定。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机制关联参照乙酰胆碱酯酶—β-淀粉样肽复合物分子模拟研究的思路，方向按致病方向设定：微生物来源的淀粉样蛋白与内毒素已有先例（FapC、CsgA 加速 Aβ 纤维化并在动物模型中加重病理，LPS 诱导斑块与 p-tau，LL-37 与 Aβ 形成异源团簇），所以考察的是候选肽是否促进 Aβ 成核与聚集、是否经 AChE 外周阴离子位点推动成核、是否经免疫与炎症通路放大神经炎症，而不是去证明它抑制 AD；结论定位为线索发现。抑菌实验验证选取有代表性的候选抗菌肽人工合成，以大肠杆菌与金黄色葡萄球菌为指示菌，先用纸片扩散法初筛，再用微量肉汤稀释法测最低抑菌浓度。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开题计划逐条对照：数据准备、候选肽挖掘两项已完成；分阶段差异分析与二次去重、机制关联与抑菌实验验证安排在下一阶段，方案已经确定。研究方向没有变，调整都发生在方法层面。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第六环要特别说清楚：本课题验证的是致病方向——筛选出的候选抗菌肽是否像 FapC、CsgA 与 LL-37 那样推动 Aβ 成核聚集与神经炎症，而不是去证明它抑制 AD。老师问任何一环，都能说清这一环目前的证据到什么程度。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但不受双位点抑制剂的位阻。这一段界面既是 Aβ 成核的场所，也是候选抗菌肽最可能介入的位置。与按“抑制聚集”提问不同，本课题的动力学按致病方向设计——检验候选肽是否促进成核与聚集，这样设计的依据是微生物来源的淀粉样蛋白与内毒素已有直接先例：FapC 与 CsgA 种子催化 Aβ 纤维化并在动物模型中加重病理 [47][48]，LPS 缩短滞后期、其内毒素血症模型中 7—9 天出现 Aβ 斑块与 p-tau [49][50]，LL-37 与 Aβ40 形成异源团簇、生成更毒的聚集体并经 CLIC1 造成小鼠与猴模型的 AD 样病理 [6][53]。由此提出三个假设：H1 结合 PAS 与 344—361 促进成核与聚集、H2 结合 Aβ 生成区加速纤维化或推向更毒寡聚体、H3 在膜与小胶质水平放大炎症信号；验证路径是先用对接与动力学给出致病方向的优先序，再用 ThT 聚集动力学、电镜形态与细胞毒性实验给证据。</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这张表把老师提出的八个问题逐条列出，并给出答案要点与证据强度。需要说明两件事：第一，机制与动力学一律按致病方向表述——只问候选抗菌肽是否推动 AD，不写“抑制 AD”，抗菌活性放在第六问作为本职功能；第二，致病方向的体内外证据已经存在（细菌淀粉样蛋白、内毒素与 LL-37），但针对本课题筛出的候选肽仍属假设，因此标注为中—强；微生物源抗菌肽在 AD 中的变化正是本课题要补的一环。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58 条文献，覆盖 AD 与感染、宿主抗菌肽在 AD 中的变化、抗菌肽预测方法、菌群分期、AChE–Aβ 与交叉成核的分子模拟、细菌淀粉样蛋白与内毒素推动 Aβ 聚集的致病方向证据，以及作为反例的乳铁蛋白下降与α-防御素抑制纤维化的证据。这里列出其中十三条代表性文献及其结论。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期完成的是数据与预测这一半，候选抗菌肽名单已经形成；下一阶段推进分阶段差异分析、二次去重与特有肽筛选，随后开展机制关联分析与抑菌实验验证，论文撰写同步准备。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中期前完成数据与</a:t>
            </a:r>
          </a:p>
          <a:p>
            <a:pPr algn="l">
              <a:lnSpc>
                <a:spcPct val="130000"/>
              </a:lnSpc>
              <a:spcBef>
                <a:spcPts val="1200"/>
              </a:spcBef>
              <a:spcAft>
                <a:spcPts val="0"/>
              </a:spcAft>
            </a:pPr>
            <a:r>
              <a:rPr sz="1600" b="0">
                <a:solidFill>
                  <a:srgbClr val="777777"/>
                </a:solidFill>
                <a:latin typeface="Arial"/>
                <a:ea typeface="微软雅黑"/>
                <a:cs typeface="Arial"/>
              </a:rPr>
              <a:t>预测工作，其余按</a:t>
            </a:r>
          </a:p>
          <a:p>
            <a:pPr algn="l">
              <a:lnSpc>
                <a:spcPct val="130000"/>
              </a:lnSpc>
              <a:spcBef>
                <a:spcPts val="1200"/>
              </a:spcBef>
              <a:spcAft>
                <a:spcPts val="0"/>
              </a:spcAft>
            </a:pPr>
            <a:r>
              <a:rPr sz="1600" b="0">
                <a:solidFill>
                  <a:srgbClr val="777777"/>
                </a:solidFill>
                <a:latin typeface="Arial"/>
                <a:ea typeface="微软雅黑"/>
                <a:cs typeface="Arial"/>
              </a:rPr>
              <a:t>计划在下一阶段推进。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研究按“数据—预测—统计—功能”四层推进，数据与预测阶段已完成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_半程.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八项工作分为两半：数据资源、参考集、短肽库与三模型共识预测四项已完成；分阶段差异分析、二次去重、特有肽筛选与机制验证四项在下一阶段推进。</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分箱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分子对接 + 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三个模型相互独立地给出预测，只有三者一致判为阳性的序列进入候选集合，以降低单一模型的偏倚。该步骤下一阶段。</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下一阶段：分阶段比较候选抗菌肽，并引入表达证据二次去重</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988755" y="1188720"/>
            <a:ext cx="10211441"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按认知阶段比较候选抗菌肽的丰度与组成差异，再以宏蛋白组表达证据二次去重，筛选健康人群特有与各阶段特有抗菌肽；实施方案已确定。</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机制关联按致病方向展开：候选肽是否促进 Aβ 成核与聚集、是否经 AChE 外周阴离子位点推动成核、是否经免疫与炎症通路放大神经炎症；结论定位为线索发现与优先序。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与开题计划相比：数据与预测已完成，分析与验证在下一阶段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下一阶段开展，方案与输入数据已确定</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下一阶段开展，机制与抑菌方案已确定</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炎症驱动抗菌肽与 Aβ 生成、③ Aβ 本身即抗菌肽；④ 抗菌活性可计算预测、⑤ 特异抗菌肽随阶段变化、⑥ 致病方向：促进 Aβ 聚集；⑦ 为什么 AD 更多与机制落点是本课题要回答的部分。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分子机制（一）：动力学如何验证候选肽的致病方向</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的成核界面：1 μs 模拟中复合物稳定，Aβ 主要停留于 344—361 区段 [31]；本课题据此检验候选肽在这一界面是促进成核与聚集，还是把产物推向更毒的寡聚体。</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是否导致 AD（致病方向）</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FapC/CsgA 加速 Aβ 纤维化；LPS 促斑块与 p-tau；LL-37 经 CLIC1 致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[6][47][49][53]</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抗菌活性（本职功能）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小鼠抗感染更强；纤维网捕获病原体；不作为“抑制 AD”结论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5376672"/>
        </p:xfrm>
        <a:graphic>
          <a:graphicData uri="http://schemas.openxmlformats.org/drawingml/2006/table">
            <a:tbl>
              <a:tblPr firstRow="1" bandRow="1">
                <a:tableStyleId>{5C22544A-7EE6-4342-B048-85BDC9FD1C3A}</a:tableStyleId>
              </a:tblPr>
              <a:tblGrid>
                <a:gridCol w="2697480"/>
                <a:gridCol w="5623560"/>
                <a:gridCol w="2587752"/>
              </a:tblGrid>
              <a:tr h="384048">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Javed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FapC 种子加速 Aβ 纤维化，斑马鱼中加重病理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Adv Sci [47]</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 内毒素血症诱导 Aβ 斑块与 p-tau</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Am J Nucl Med Mol Imaging [50]</a:t>
                      </a:r>
                    </a:p>
                  </a:txBody>
                  <a:tcPr marT="27432" marB="27432">
                    <a:solidFill>
                      <a:srgbClr val="FFFFFF"/>
                    </a:solidFill>
                  </a:tcPr>
                </a:tc>
              </a:tr>
              <a:tr h="384048">
                <a:tc>
                  <a:txBody>
                    <a:bodyPr/>
                    <a:lstStyle/>
                    <a:p>
                      <a:pPr algn="l">
                        <a:lnSpc>
                          <a:spcPct val="105000"/>
                        </a:lnSpc>
                        <a:spcBef>
                          <a:spcPts val="0"/>
                        </a:spcBef>
                        <a:spcAft>
                          <a:spcPts val="0"/>
                        </a:spcAft>
                      </a:pPr>
                      <a:r>
                        <a:rPr sz="1500" b="0">
                          <a:solidFill>
                            <a:srgbClr val="111111"/>
                          </a:solidFill>
                          <a:latin typeface="Arial"/>
                          <a:ea typeface="微软雅黑"/>
                          <a:cs typeface="Arial"/>
                        </a:rPr>
                        <a:t>Wang 等 2025</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与 Aβ40 形成异源团簇，产物更毒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Angew Chem Int Ed [53]</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阶段目标明确，下一阶段按计划推进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已完成：全队列宏基因组数据处理与微生物基因组参考集、微生物源短肽库，以及三模型共识预测的候选抗菌肽名单。</a:t>
            </a:r>
          </a:p>
          <a:p>
            <a:pPr algn="l">
              <a:lnSpc>
                <a:spcPct val="134000"/>
              </a:lnSpc>
              <a:spcBef>
                <a:spcPts val="1400"/>
              </a:spcBef>
              <a:spcAft>
                <a:spcPts val="0"/>
              </a:spcAft>
            </a:pPr>
            <a:r>
              <a:rPr sz="1800" b="0">
                <a:solidFill>
                  <a:srgbClr val="333333"/>
                </a:solidFill>
                <a:latin typeface="Arial"/>
                <a:ea typeface="微软雅黑"/>
                <a:cs typeface="Arial"/>
              </a:rPr>
              <a:t>下一阶段：分阶段差异分析与宏蛋白组二次去重、特有抗菌肽筛选，随后开展机制关联分析与抑菌实验验证。</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时间安排：按开题计划推进，分析与验证所需数据与方案均已具备，学位论文与以第一作者投稿的 SCI 论文撰写同步准备。</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