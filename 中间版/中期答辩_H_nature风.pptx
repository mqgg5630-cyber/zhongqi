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整体研究分四层：数据与序列层、预测层、统计与表达层、功能层。前三层已完成，第四层正在实施，这也是本次中期检查要说明的完成度。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队列按认知功能分为 NC、SCS、SCD、MCI 与 AD 五个阶段，样本的临床分组信息与测序数据一一对应。预测环节采用 Attention、LSTM、BERT 三个模型分别预测，只有三者一致判为阳性的序列才纳入候选集合，目的是降低单一模型的假阳性。这一步已经完成。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按认知阶段分组比较候选抗菌肽的丰度与组成差异；随后引入宏蛋白组表达证据做二次去重，只保留在蛋白层面可检出的序列，再按组内共有、组间特比较，得到健康人群特有与各阶段特有的抗菌肽清单。这两步都已完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机制关联参照乙酰胆碱酯酶—β-淀粉样肽复合物分子模拟研究的思路，从与 Aβ 的相互作用、与 AChE 外周阴离子位点结合、以及免疫与炎症通路三个方向展开，把结论定位为线索发现。抑菌实验验证选取有代表性的候选抗菌肽人工合成，以大肠杆菌与金黄色葡萄球菌为指示菌，先用纸片扩散法初筛，再用微量肉汤稀释法测最低抑菌浓度。两项工作正在开展。</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开题计划与现阶段结果逐条对照：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总结一下：主体分析工作已经在中期完成，后续是机制关联的结论整理、抑菌实验验证和论文撰写，整体风险可控。我的汇报到此结束，请各位老师批评指正。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不展开技术细节。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640080" y="1188720"/>
            <a:ext cx="10908792" cy="4093667"/>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数据与序列、预测、统计与表达三层已完成，功能层正在实施；整体进度与开题计划一致。</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队列按 NC、SCS、SCD、MCI 与 AD 五个认知阶段分组，样本与元数据一一对应；Attention、LSTM、BERT 三个模型相互独立地给出预测，只有三者一致判为阳性的序列才进入候选集合，以降低单一模型的偏倚。该步骤已完成。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6053328"/>
            <a:ext cx="10908792" cy="329184"/>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图：本项目自制（results/figures）</a:t>
            </a:r>
          </a:p>
        </p:txBody>
      </p:sp>
      <p:sp>
        <p:nvSpPr>
          <p:cNvPr id="6" name="TextBox 5"/>
          <p:cNvSpPr txBox="1"/>
          <p:nvPr/>
        </p:nvSpPr>
        <p:spPr>
          <a:xfrm>
            <a:off x="640080" y="4626864"/>
            <a:ext cx="10908792" cy="128016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先按认知阶段比较候选抗菌肽的丰度与组成差异，再引入宏蛋白组表达证据，剔除“有预测、无表达”的序列；二次去重后按组内共有、组间特比较，得到健康人群特有与各阶段特有的抗菌肽清单。该步骤已完成。</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进行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377440"/>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a:solidFill>
                      <a:srgbClr val="F7F7F5"/>
                    </a:solidFill>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数据准备</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使用公开宏基因组数据</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已完成全队列数据处理与参考集构建</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候选肽挖掘</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提取 sORF 并预测抗菌肽</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已完成短肽库构建与三模型共识预测</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差异分析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按病程阶段比较</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a:tc>
              </a:tr>
              <a:tr h="475488">
                <a:tc>
                  <a:txBody>
                    <a:bodyPr/>
                    <a:lstStyle/>
                    <a:p>
                      <a:pPr algn="l">
                        <a:lnSpc>
                          <a:spcPct val="110000"/>
                        </a:lnSpc>
                        <a:spcBef>
                          <a:spcPts val="0"/>
                        </a:spcBef>
                        <a:spcAft>
                          <a:spcPts val="0"/>
                        </a:spcAft>
                      </a:pPr>
                      <a:r>
                        <a:rPr sz="1500" b="0">
                          <a:solidFill>
                            <a:srgbClr val="333333"/>
                          </a:solidFill>
                          <a:latin typeface="Arial"/>
                          <a:ea typeface="微软雅黑"/>
                          <a:cs typeface="Arial"/>
                        </a:rPr>
                        <a:t>机制与验证</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功能与可视化分析</a:t>
                      </a:r>
                    </a:p>
                  </a:txBody>
                  <a:tcPr/>
                </a:tc>
                <a:tc>
                  <a:txBody>
                    <a:bodyPr/>
                    <a:lstStyle/>
                    <a:p>
                      <a:pPr algn="l">
                        <a:lnSpc>
                          <a:spcPct val="110000"/>
                        </a:lnSpc>
                        <a:spcBef>
                          <a:spcPts val="0"/>
                        </a:spcBef>
                        <a:spcAft>
                          <a:spcPts val="0"/>
                        </a:spcAft>
                      </a:pPr>
                      <a:r>
                        <a:rPr sz="1500" b="0">
                          <a:solidFill>
                            <a:srgbClr val="333333"/>
                          </a:solidFill>
                          <a:latin typeface="Arial"/>
                          <a:ea typeface="微软雅黑"/>
                          <a:cs typeface="Arial"/>
                        </a:rPr>
                        <a:t>正在开展机制关联分析与抑菌实验验证</a:t>
                      </a:r>
                    </a:p>
                  </a:txBody>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主体分析已完成，后续安排集中在验证与撰写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已完成：数据资源与参考集、短肽库、三模型共识预测、分阶段差异分析、宏蛋白组二次去重与特有抗菌肽筛选。</a:t>
            </a:r>
          </a:p>
          <a:p>
            <a:pPr algn="l">
              <a:lnSpc>
                <a:spcPct val="134000"/>
              </a:lnSpc>
              <a:spcBef>
                <a:spcPts val="1400"/>
              </a:spcBef>
              <a:spcAft>
                <a:spcPts val="0"/>
              </a:spcAft>
            </a:pPr>
            <a:r>
              <a:rPr sz="1800" b="0">
                <a:solidFill>
                  <a:srgbClr val="333333"/>
                </a:solidFill>
                <a:latin typeface="Arial"/>
                <a:ea typeface="微软雅黑"/>
                <a:cs typeface="Arial"/>
              </a:rPr>
              <a:t>进行中：特有抗菌肽的机制关联分析、候选抗菌肽的抑菌实验验证，以及学位论文与以第一作者投稿的 SCI 论文撰写。</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时间安排：按开题计划推进，后续不依赖新的数据生产，整体风险可控。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